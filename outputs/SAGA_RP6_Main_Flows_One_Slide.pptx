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ae62428a15460b" /><Relationship Type="http://schemas.openxmlformats.org/officeDocument/2006/relationships/extended-properties" Target="/docProps/app.xml" Id="R8d013569c5064b86" /><Relationship Type="http://schemas.openxmlformats.org/officeDocument/2006/relationships/officeDocument" Target="/ppt/presentation.xml" Id="Rc1dd7eb1e5e4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d86dbfee0f4a77"/>
  </p:sldMasterIdLst>
  <p:notesMasterIdLst>
    <p:notesMasterId xmlns:r="http://schemas.openxmlformats.org/officeDocument/2006/relationships" r:id="R9bad69cb881f4de7"/>
  </p:notesMasterIdLst>
  <p:sldIdLst>
    <p:sldId xmlns:r="http://schemas.openxmlformats.org/officeDocument/2006/relationships" id="256" r:id="R5798ad870d8340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9781801d4c4dea" /><Relationship Type="http://schemas.openxmlformats.org/officeDocument/2006/relationships/slideMaster" Target="/ppt/slideMasters/slideMaster1.xml" Id="R12d86dbfee0f4a77" /><Relationship Type="http://schemas.openxmlformats.org/officeDocument/2006/relationships/notesMaster" Target="/ppt/notesMasters/notesMaster1.xml" Id="R9bad69cb881f4de7" /><Relationship Type="http://schemas.openxmlformats.org/officeDocument/2006/relationships/presProps" Target="/ppt/presProps.xml" Id="Raef9cfc98741416c" /><Relationship Type="http://schemas.openxmlformats.org/officeDocument/2006/relationships/tableStyles" Target="/ppt/tableStyles.xml" Id="R5a1d20204a164a3a" /><Relationship Type="http://schemas.openxmlformats.org/officeDocument/2006/relationships/slide" Target="/ppt/slides/slide1.xml" Id="R5798ad870d8340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f8e001daa047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768903f1cb4a95" /><Relationship Type="http://schemas.openxmlformats.org/officeDocument/2006/relationships/notesMaster" Target="/ppt/notesMasters/notesMaster1.xml" Id="R27c62c76dd74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42d7b10d84e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34f7656eb4c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cb1d8e53944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0cab7c38b43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620f16c9049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7160308f246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325b7047b429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47c2f65a644a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9fe33d43d480f" /><Relationship Type="http://schemas.openxmlformats.org/officeDocument/2006/relationships/image" Target="/ppt/media/image.png" Id="Rdbad7f42736948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68e977dbc4be0" /><Relationship Type="http://schemas.openxmlformats.org/officeDocument/2006/relationships/image" Target="/ppt/media/image2.png" Id="R3401840c4199479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dbad7f42736948d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3401840c419947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289635755142e4" /><Relationship Type="http://schemas.openxmlformats.org/officeDocument/2006/relationships/slideLayout" Target="/ppt/slideLayouts/slideLayout1.xml" Id="Re478b5787a844578" /><Relationship Type="http://schemas.openxmlformats.org/officeDocument/2006/relationships/slideLayout" Target="/ppt/slideLayouts/slideLayout2.xml" Id="R0738fe771ad64587" /><Relationship Type="http://schemas.openxmlformats.org/officeDocument/2006/relationships/slideLayout" Target="/ppt/slideLayouts/slideLayout3.xml" Id="R16c96dda6a60477c" /><Relationship Type="http://schemas.openxmlformats.org/officeDocument/2006/relationships/slideLayout" Target="/ppt/slideLayouts/slideLayout4.xml" Id="Rd011a863a6a54264" /><Relationship Type="http://schemas.openxmlformats.org/officeDocument/2006/relationships/slideLayout" Target="/ppt/slideLayouts/slideLayout5.xml" Id="Rf384033fe3bb4cb6" /><Relationship Type="http://schemas.openxmlformats.org/officeDocument/2006/relationships/slideLayout" Target="/ppt/slideLayouts/slideLayout6.xml" Id="R7a23ab8643ca415b" /><Relationship Type="http://schemas.openxmlformats.org/officeDocument/2006/relationships/slideLayout" Target="/ppt/slideLayouts/slideLayout7.xml" Id="R32acc4665fdd4538" /><Relationship Type="http://schemas.openxmlformats.org/officeDocument/2006/relationships/slideLayout" Target="/ppt/slideLayouts/slideLayout8.xml" Id="R474de9eff5f9407d" /><Relationship Type="http://schemas.openxmlformats.org/officeDocument/2006/relationships/slideLayout" Target="/ppt/slideLayouts/slideLayout9.xml" Id="R48a862eae365483a" /><Relationship Type="http://schemas.openxmlformats.org/officeDocument/2006/relationships/slideLayout" Target="/ppt/slideLayouts/slideLayout10.xml" Id="R9ce30a84cbeb457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8b5787a844578"/>
    <p:sldLayoutId xmlns:r="http://schemas.openxmlformats.org/officeDocument/2006/relationships" id="2147483650" r:id="R0738fe771ad64587"/>
    <p:sldLayoutId xmlns:r="http://schemas.openxmlformats.org/officeDocument/2006/relationships" id="2147483651" r:id="R16c96dda6a60477c"/>
    <p:sldLayoutId xmlns:r="http://schemas.openxmlformats.org/officeDocument/2006/relationships" id="2147483652" r:id="Rd011a863a6a54264"/>
    <p:sldLayoutId xmlns:r="http://schemas.openxmlformats.org/officeDocument/2006/relationships" id="2147483653" r:id="Rf384033fe3bb4cb6"/>
    <p:sldLayoutId xmlns:r="http://schemas.openxmlformats.org/officeDocument/2006/relationships" id="2147483654" r:id="R7a23ab8643ca415b"/>
    <p:sldLayoutId xmlns:r="http://schemas.openxmlformats.org/officeDocument/2006/relationships" id="2147483655" r:id="R32acc4665fdd4538"/>
    <p:sldLayoutId xmlns:r="http://schemas.openxmlformats.org/officeDocument/2006/relationships" id="2147483656" r:id="R474de9eff5f9407d"/>
    <p:sldLayoutId xmlns:r="http://schemas.openxmlformats.org/officeDocument/2006/relationships" id="2147483657" r:id="R48a862eae365483a"/>
    <p:sldLayoutId xmlns:r="http://schemas.openxmlformats.org/officeDocument/2006/relationships" id="2147483658" r:id="R9ce30a84cbeb4576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5acdb45da45ca" /><Relationship Type="http://schemas.openxmlformats.org/officeDocument/2006/relationships/notesSlide" Target="/ppt/notesSlides/notesSlide1.xml" Id="R3fd3a14c552649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F4E44F-0D0F-43DB-8F80-B33A09C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3568732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SAGA RP6 Main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97EFD-B3F4-4B76-A5D6-759F213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06" y="393668"/>
            <a:ext cx="17847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rPr>
              <a:t>Access &amp;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2BCDF-9D2E-4190-9E5E-325DC9D3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06" y="393668"/>
            <a:ext cx="55058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 in · Manage profile · Link personal Jira/GitHub identities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51DCC-8E31-465E-A641-4728CC08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06" y="1397032"/>
            <a:ext cx="17847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rPr>
              <a:t>Academic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CA8AA-284D-42C7-96AE-94754918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06" y="1397032"/>
            <a:ext cx="55058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Subjects, syllabi, semesters, classes and courses · Roster · Team 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7CAF7-F7A6-4A34-8D84-A94B2C8F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06" y="2374868"/>
            <a:ext cx="17847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rPr>
              <a:t>Project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A1E8E-B8D8-4146-AEB7-0D5FADEA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06" y="2374868"/>
            <a:ext cx="55058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team project · Connect Jira sources and GitHub repositories · Sync and failover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5FE72-FEB9-4A29-9457-2206228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06" y="3365468"/>
            <a:ext cx="17847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rPr>
              <a:t>Plan &amp; 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719ED-9F18-4123-A8F1-76CD52C4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06" y="3365468"/>
            <a:ext cx="55058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 sprints/tasks · Execute Kanban work · Work sessions · Submit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1AC53-2FC6-4286-A3D4-C62B81A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06" y="4356068"/>
            <a:ext cx="17847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rPr>
              <a:t>Assess &amp; Explain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E94FC-0A14-4562-ACDA-8B5FD3F6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06" y="4356068"/>
            <a:ext cx="55058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Peer review · Traceability and analytics · Contribution calculation and lecturer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99BA6-9FE2-4732-A8B9-28B44FD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06" y="5359432"/>
            <a:ext cx="17847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rPr>
              <a:t>AI &amp;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CCD83-739D-46B6-AA0E-9129626A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06" y="5359432"/>
            <a:ext cx="55058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Progress/risk and Task/Commit Intelligence · Academic review · DOCX export · Users, audit and notifications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DBAFC-0CD9-4BF6-AF90-F4E233A0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2026-09-24T23:39:01.2820000Z</dcterms:created>
  <dcterms:modified xsi:type="dcterms:W3CDTF">2026-09-24T23:39:01.2820000Z</dcterms:modified>
</coreProperties>
</file>